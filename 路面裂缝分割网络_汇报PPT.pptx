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路面裂缝分割网络研究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Network for Robust and High-Accuracy Pavement Crack Segmentation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香港城市大学 | Automation in Construction,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研究背景与问题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路面裂缝及时检测和修复关乎交通安全和道路使用寿命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现有方法的主要问题：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裂缝分割精度不足，鲁棒性差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模型难以准确计算路面状况指数（PCI）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缺乏对未见数据集的泛化能力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传统方法的局限：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手动检测效率低，成本高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传统图像处理方法缺乏有效的特征提取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- 现有深度学习模型未针对裂缝特性优化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研究目标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提高裂缝分割的精度和鲁棒性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设计针对裂缝特性的神经网络架构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实现跨数据集的泛化性能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满足实时应用需求（推理速度 &gt; 30 FPS）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✓ 自动化路面巡检，降低检测成本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MixCrackNet 网络架构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基于 UNet 框架 + ResNet50 骨干网络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四大创新核心组件：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1️⃣ 可变形卷积（Deformable Convolution）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    → 自适应学习裂缝边界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2️⃣ 高效多尺度注意机制（EMA）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    → 编码全局信息，强化重要特征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3️⃣ Mix 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    → 融合浅层位置信息和深层语义信息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4️⃣ 加权损失函数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    → 解决样本不均衡问题（权重比 5:1）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核心创新① 可变形卷积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问题：标准卷积采样固定网格，可能学到无关背景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解决方案：可变形卷积动态调整采样位置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优势：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自适应学习裂缝的不规则边界形状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避免采样背景信息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在 Crack500 上提升 +2.36% mIoU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应用层次：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编码器各层通过可变形卷积提取裂缝特征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解码器采用可变形卷积上采样增强分割精度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核心创新② 高效多尺度注意机制（EMA）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相比 SENet、CBAM、ECA-Net 的优势：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计算效率更高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参数量更少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通过并联子网络实现跨通道交互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工作原理：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在多个尺度上计算特征重要性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动态重新加权通道特征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保留全局上下文信息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性能提升：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显著提升模型表达能力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与其他模块配合效果更优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核心创新③ Mix Structure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问题：单独的浅层或深层特征难以充分表示裂缝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解决方案：创新性融合浅层和深层特征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设计细节：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浅层特征：保留精确的位置信息与边界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深层特征：包含丰富的语义信息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Mix 模块：多尺度融合优化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性能指标：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mIoU 提升 +2.59%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mPA 提升 +5.09%（效果最显著！）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✨ 这是论文的原创贡献，专门针对裂缝分割设计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核心创新④ 加权损失函数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背景问题：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路面图像中裂缝像素仅占约 5%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严重的样本不均衡问题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直接训练会导致模型偏向背景类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解决方案：加权交叉熵损失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权重比：背景 : 裂缝 = 1 : 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增大裂缝类的学习权重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效果：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Crack500 上提升 +2.74% mIoU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有效缓解类别不均衡，改善分割性能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训练环境：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GPU：NVIDIA RTX 4090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框架：PyTorch 2.0.1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优化器：Adam | 学习率：1e-3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训练周期：100 epochs | Batch Size：8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三个标准数据集：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1. Crack500：500张高分辨率图像（1500×2000）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2. CrackForest Dataset (CFD)：118张图像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3. DeepCrack：527张图像（横纵向、沥青混凝土裂缝）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对比方法：UNet、PSPNet、HRNet、DeepLab v3+、STDC2-Seg75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评价指标：mIoU、mPA、Dice 系数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实验结果对比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mIoU (%)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Dice (%)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mPA (%)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Crack500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UNet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49.85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45.30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62.10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DeepLab v3+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74.65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70.25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81.20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STDC2-Seg75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79.25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75.50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85.40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MixCrackNet ✓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81.58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79.39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90.50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CrackForest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STDC2-Seg75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78.20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88.50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MixCrackNet ✓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84.55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82.15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93.86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DeepCrack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STDC2-Seg75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85.20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92.50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MixCrackNet ✓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89.01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87.87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96.07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消融实验分析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模块组合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mIoU (%)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Dice (%)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mPA (%)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基线 (UNet)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77.79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74.65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83.90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+ 可变形卷积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80.15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77.05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84.50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+ 加权损失函数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77.80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86.64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+ Mix Structure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80.38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77.80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88.99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全部模块 ✓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79.39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90.50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跨数据集泛化性验证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关键发现：模型具有优异的泛化性能！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测试场景：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使用 Crack500 训练的模型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在 CrackForest 和 DeepCrack 上测试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结果表现：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CrackForest：mIoU = 84.55%（相对基线提升 5.6%）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DeepCrack：mIoU = 89.01%（最高性能）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✓ 未见数据集上仍保持优异表现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意义：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→ 模型不会过度拟合单个数据集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→ 适合实际部署到不同的道路环境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核心贡献与应用前景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📌 四大核心贡献：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1. 高精度鲁棒模型（三个数据集全面最优）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2. 创新的 Mix Structure 设计（原创方法）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3. 高效的多尺度注意机制（EMA）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4. 实时推理性能（48-65 FPS）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🚀 应用前景：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自动化路面巡检系统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实时路面状况评估（PCI 计算）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降低人工检测成本 80%+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支持多种气候和路面类型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⭐ 发表期刊：Automation in Construction, Vol. 162,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